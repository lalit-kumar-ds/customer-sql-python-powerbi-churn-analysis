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3" autoAdjust="0"/>
    <p:restoredTop sz="94660"/>
  </p:normalViewPr>
  <p:slideViewPr>
    <p:cSldViewPr snapToGrid="0">
      <p:cViewPr varScale="1">
        <p:scale>
          <a:sx n="44" d="100"/>
          <a:sy n="44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71847-9BBD-41CA-9ED2-5E51F07205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BE010D-F64F-4143-8152-B4A63CFC21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3BEE9-A70F-4730-8C7D-6F7E45FEB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A4A70-276C-49AD-9D27-1BC9D9921B6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ED949-5C8C-4B4F-831A-725197B41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DD66A-2725-4105-9DA2-1D4C56C22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5D3F-A208-4DEF-B134-899D503C8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824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2297F-A702-47E4-81E7-59F51B7B0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8AF17-1D52-4D04-9385-594EE1213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E2570-9CF7-4B12-A015-192E03FFD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A4A70-276C-49AD-9D27-1BC9D9921B6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6DBE9-A189-416C-8487-6F3CE857C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5A9C1-9E8E-4910-8879-8F1A1E20C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5D3F-A208-4DEF-B134-899D503C8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193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F9A51-6AFE-4931-9155-3871FE0F3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2DA5F-E3B0-4BE2-AE74-664C08226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43977-30E3-472B-8D4A-9C557DC9A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A4A70-276C-49AD-9D27-1BC9D9921B6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8C980-51B2-47A3-88E2-0ACF762C8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4423C-A4DC-4EEA-864B-2C3F67481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5D3F-A208-4DEF-B134-899D503C8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649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FEAE0-F74C-45D2-90F1-AFFD5005C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7F74A-1C1E-4675-AE2C-970EFCDB3D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E34790-3CE9-4299-A0D2-6A372CD47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E27D13-1928-4A3F-B8DE-4204DBF37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A4A70-276C-49AD-9D27-1BC9D9921B6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DC0CF9-237C-4EC0-8AA5-AA5139BAA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A1092E-D83D-474C-BA36-151FB0D85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5D3F-A208-4DEF-B134-899D503C8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718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D6C29-6FAC-45C3-8B39-59364323A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FB5B2-45D2-45C6-8EE5-F5E43C30E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A41B14-604E-43AF-9ABE-86E0EA9F94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845E63-7D1E-46EB-8C9B-A3211BC3EC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F81A08-FB2C-4235-A730-9C640411AB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9172FF-E4D5-49AB-8032-E2C15A19F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A4A70-276C-49AD-9D27-1BC9D9921B6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811BD0-492A-44B0-BD3B-4DEFD8F3F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8C48A6-9948-4F42-A1B9-EB37A7EE9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5D3F-A208-4DEF-B134-899D503C8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513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B054C-761F-42E3-A1EA-7C06FB216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C18A56-F2CB-493B-8226-EC5E607D5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A4A70-276C-49AD-9D27-1BC9D9921B6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36AF3F-3634-4050-9EE5-5632D1726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C7BEE7-88C2-4DA2-B1C8-15A164FA5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5D3F-A208-4DEF-B134-899D503C8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783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4B97EB-8D95-4A70-93A1-2241F4325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A4A70-276C-49AD-9D27-1BC9D9921B6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8C5F92-967B-417A-B82F-AC5B3D97A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B324D-5B3A-4EDA-8956-434941318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5D3F-A208-4DEF-B134-899D503C8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882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084CB-A733-4EFB-BEFE-39048EBDF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19C1E-B548-4CB8-9005-927CDE6E8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3B7BA9-7AC0-4F47-B45D-EBECE95280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997F9E-9F57-4FD5-8368-AA5F4E2E5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A4A70-276C-49AD-9D27-1BC9D9921B6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D68643-C218-48A3-8EDA-D473F3673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0708FA-3419-404A-BDAE-28976564D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5D3F-A208-4DEF-B134-899D503C8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195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FCC03-A62F-45C2-AD15-96B0F54C4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BF6600-E8FF-4E9D-9AAE-B81D868DF4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760AF2-8B2B-4D3F-9185-5A9312125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4A7766-E986-44E4-A880-4C46B4FAA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A4A70-276C-49AD-9D27-1BC9D9921B6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51A7B-61F0-495C-9442-D15384A3D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AD732-AC51-4593-8D7D-0091B52DD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5D3F-A208-4DEF-B134-899D503C8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999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B96B7-8447-4407-9E3D-6934255DF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7C41CE-259B-46C5-9C8E-929A95ADF6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84345-EDFF-4FE1-9A75-C2066F5BA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A4A70-276C-49AD-9D27-1BC9D9921B6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EBDBC-DCD8-4053-8F86-9274A29F7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9F337-95C6-4A26-ABAB-FE47B1AFC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5D3F-A208-4DEF-B134-899D503C8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159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FEBAD2-FFC7-427A-8D87-E5553EBDB0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FC7913-AAA1-43EB-8D78-EEABD0236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8E4A5-C52C-4DBA-9D16-EC196A2B1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A4A70-276C-49AD-9D27-1BC9D9921B6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FE81E-B6D8-4C90-8195-7AC8D8934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11863-02CC-4766-B8A3-7A2A2279A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5D3F-A208-4DEF-B134-899D503C8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896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EAF4DA-2133-40AD-B86C-33F972115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7855B-B4CF-4EBC-B254-C9C48AAEA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9ECE5-C6FC-4434-8267-9ACCA8E9C7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A4A70-276C-49AD-9D27-1BC9D9921B6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B5C01-1845-4C1F-8D3E-2E0FB8DC11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AE1C6-074D-4F71-B54B-790B125097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5D3F-A208-4DEF-B134-899D503C8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8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1546A-C8E7-4B16-996E-8E84775015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5D227-96E0-4910-B604-6901FB5342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3966E43-4383-4BB0-8B9D-60CA1A1D31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198" y="696686"/>
            <a:ext cx="11039852" cy="590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406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97BD51-4741-4FE9-B971-9C786028DB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959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56E8CC-BC95-4C3D-9B38-B686C135AA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91" y="152400"/>
            <a:ext cx="11667418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274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C7D5542-B7FC-4B80-A6FB-5809E759EF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577" y="388043"/>
            <a:ext cx="10714846" cy="608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526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58D765E-4AEE-46FD-B9BB-AC6BACDE66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771" y="137279"/>
            <a:ext cx="11386457" cy="6583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560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Lalit Kumar</dc:creator>
  <cp:lastModifiedBy>Lalit Kumar</cp:lastModifiedBy>
  <cp:revision>1</cp:revision>
  <dcterms:created xsi:type="dcterms:W3CDTF">2026-08-27T13:02:17Z</dcterms:created>
  <dcterms:modified xsi:type="dcterms:W3CDTF">2026-08-27T13:03:11Z</dcterms:modified>
</cp:coreProperties>
</file>